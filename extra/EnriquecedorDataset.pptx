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548640"/>
            <a:ext cx="2560320" cy="256032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274320"/>
            <a:ext cx="1645920" cy="164592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Enriquecedor de Dataset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Pública MX — Influenza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4114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974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análisis de experiencia ciudadana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el sistema de salud público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0" y="4389120"/>
            <a:ext cx="22860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4389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enriquecer_dataset_v3.py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el programa?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dimensiones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analíticas al corpus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246888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un JSON con comentarios de Reddit MX ya limpios y los enriquece con métricas cuantitativas que los modelos genéricos de NLP no pueden capturar sobre el español coloquial en contexto de salud pública.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868680"/>
            <a:ext cx="2011680" cy="155448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IFB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15087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Fricción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Burocrática (0–10)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95160" y="868680"/>
            <a:ext cx="2011680" cy="155448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95160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Polaridad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95160" y="15087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negatividad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localizado MX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606040"/>
            <a:ext cx="2011680" cy="155448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Impacto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32461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admin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económico / clínico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95160" y="2606040"/>
            <a:ext cx="2011680" cy="155448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951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Sarcasmo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95160" y="32461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ironía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 patrones regex)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en el Pipeline de Investigación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320040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20116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scraper_influenza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_stealth_v3.py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Recolecta posts 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 de Reddit MX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2377440"/>
            <a:ext cx="2286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21945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37560" y="914400"/>
            <a:ext cx="2560320" cy="320040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37560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337560" y="1508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LIMPIADOR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11880" y="2011680"/>
            <a:ext cx="20116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103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limpiar_dataset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_v3.py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28346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Filtra, normaliza 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semánticamente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97880" y="2377440"/>
            <a:ext cx="2286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21945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7920" y="914400"/>
            <a:ext cx="2560320" cy="3200400"/>
          </a:xfrm>
          <a:prstGeom prst="rect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217920" y="1508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ENRIQUECEDOR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92240" y="2011680"/>
            <a:ext cx="2011680" cy="365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2103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enriquecer_dataset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_v3.py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28346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IFB, polaridad,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y fechas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crudo  →  JSON limpio  →  JSON enriquecido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Enriquecimiento — 8 Pasos Secuenciales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68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8412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Emojis → texto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😡 → :cara_enojada:  — segunda oportunidad de conversión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865376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18379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profunda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0939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artefactos  →  , separadores y puntos suspensivos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862072"/>
            <a:ext cx="45720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2834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longitud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0906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 si el texto tiene menos de 25 caracteres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858768"/>
            <a:ext cx="45720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38313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Re-clasificar relevancia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40873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| media | ninguna  →  descarta 'ninguna'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868680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868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8412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contextos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categorías temáticas posibles, etiquetado múltiple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1865376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03520" y="18379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sarcasmo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20939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patrones regex compilados — se usa en paso 8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862072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03520" y="2834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fechas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03520" y="30906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 → ISO + campos anio_mes para series de tiempo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3858768"/>
            <a:ext cx="457200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5488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03520" y="38313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métricas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03520" y="40873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· Polaridad · Impacto · palabras / caracteres / densidad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Fricción Burocrática (IFB)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828800" cy="1828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34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91440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Cuantifica el esfuerzo total del ciudadano para navegar el sistema de salud. Se compone de 6 señales textuales: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1938528"/>
            <a:ext cx="1152144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874520"/>
            <a:ext cx="2331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espera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670048" y="1874520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41064" y="19110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0" y="2359152"/>
            <a:ext cx="1152144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295144"/>
            <a:ext cx="2331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Burocracia y trámites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670048" y="2295144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941064" y="2331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0" y="2779776"/>
            <a:ext cx="1536192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715768"/>
            <a:ext cx="2331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en el sector privado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70048" y="2715768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25112" y="27523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0" y="3200400"/>
            <a:ext cx="1536192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136392"/>
            <a:ext cx="2331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Rechazo o negación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670048" y="3136392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25112" y="31729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0" y="3621024"/>
            <a:ext cx="1152144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557016"/>
            <a:ext cx="2331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intentos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670048" y="3557016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941064" y="35935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0" y="4041648"/>
            <a:ext cx="2176272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977640"/>
            <a:ext cx="2331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 clínico por fricción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670048" y="3977640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×3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65192" y="40142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0040" y="4407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Niveles: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4636008"/>
            <a:ext cx="1508760" cy="3017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20040" y="4636008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011680" y="4636008"/>
            <a:ext cx="1508760" cy="3017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011680" y="4636008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703320" y="4636008"/>
            <a:ext cx="1508760" cy="3017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703320" y="4636008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394960" y="4636008"/>
            <a:ext cx="1508760" cy="3017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394960" y="4636008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086600" y="4636008"/>
            <a:ext cx="1508760" cy="3017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086600" y="4636008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Polaridad Localizada para el Español MX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3931920" cy="347472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0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 Localizado MX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términos del español coloquial mexicano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contexto de salud pública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11480" cy="3017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3.0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"viacrucis"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200253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agotamiento total ante el sistema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411480" cy="3017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68880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2.8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"vuelta y vuelta"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245973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frustración burocrática repetida (MX)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411480" cy="3017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26080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2.5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880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"particular"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291693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falló → pago de bolsillo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411480" cy="3017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83280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2.0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"desabasto"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77440" y="337413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medicamento / insumos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411480" cy="3017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40480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2.0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3794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"maltrato"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77440" y="383133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trato inadecuado del personal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80560" y="868680"/>
            <a:ext cx="4389120" cy="347472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0" y="960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Capas de Amplificación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0" y="14630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983480" y="146304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Amplificadores contextuales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83480" y="1691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"muy", "jamás", "totalmente"  ×1.1–1.3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0" y="19476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983480" y="194767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Signos de exclamación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83480" y="21762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¡¡¡ → multiplica el score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0" y="243230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983480" y="243230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Emojis negativos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83480" y="26609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😡 😤 🏥 → +0.4 por emoji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0" y="291693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983480" y="291693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Letras repetidas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83480" y="31455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"noooo"  →  énfasis elevado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0" y="340156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983480" y="340156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Sarcasmo detectado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983480" y="3630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Invierte el signo de la polaridad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0" y="38862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4983480" y="388620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Techo anti-inflación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983480" y="4114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score no crece sin límite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0040" y="4572000"/>
            <a:ext cx="8549640" cy="384048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4572000"/>
            <a:ext cx="8549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score_polaridad = Σ(lexicon) × Π(amplificadores)    →    neutro | leve | moderado | alto | muy_alto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Impacto  &amp;  Detección de Sarcasmo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846320" cy="397764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Impacto en 3 Dimensiones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jerárquica. El nivel final = la dimensión de mayor gravedad presente.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0848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3591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de trámites, citas, sistema caído, largas esperas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9535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ECONÓMICO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2278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Tuvo que pagar de su bolsillo, pérdida de dinero o trabajo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822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40965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fricción causó daño a la salud — nivel máximo de gravedad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4389120" cy="164592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5720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numérica de gravedad: 0 = ninguno  →  3 = clínico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94960" y="868680"/>
            <a:ext cx="3429000" cy="3977640"/>
          </a:xfrm>
          <a:prstGeom prst="rect">
            <a:avLst/>
          </a:prstGeom>
          <a:solidFill>
            <a:srgbClr val="162E44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0" y="9601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Sarcasmo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0" y="13716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patrones regex para identificar ironía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calcular la polaridad.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0" y="2084832"/>
            <a:ext cx="3246120" cy="512064"/>
          </a:xfrm>
          <a:prstGeom prst="rect">
            <a:avLst/>
          </a:prstGeom>
          <a:solidFill>
            <a:srgbClr val="10284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210312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"Qué excelente servicio…"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577840" y="235000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Ironía explícita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0" y="2688336"/>
            <a:ext cx="3246120" cy="512064"/>
          </a:xfrm>
          <a:prstGeom prst="rect">
            <a:avLst/>
          </a:prstGeom>
          <a:solidFill>
            <a:srgbClr val="10284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270662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"Gracias por nada"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577840" y="29535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Negación sarcástica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0" y="3291840"/>
            <a:ext cx="3246120" cy="512064"/>
          </a:xfrm>
          <a:prstGeom prst="rect">
            <a:avLst/>
          </a:prstGeom>
          <a:solidFill>
            <a:srgbClr val="10284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33101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"Muy eficiente el IMSS"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577840" y="355701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Elogio contextual negativo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0" y="3895344"/>
            <a:ext cx="3246120" cy="512064"/>
          </a:xfrm>
          <a:prstGeom prst="rect">
            <a:avLst/>
          </a:prstGeom>
          <a:solidFill>
            <a:srgbClr val="10284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391363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"Super rápido (3 horas)"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577840" y="41605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Elogio vs. dato real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0" y="4517136"/>
            <a:ext cx="3246120" cy="256032"/>
          </a:xfrm>
          <a:prstGeom prst="rect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0" y="45171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detecta → polaridad en modo invertido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Etiquetado de Contextos Temáticos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registro puede pertenecer a múltiples categorías simultáneamente (etiquetado múltiple)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993392" cy="150876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41732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⏳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espera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Filas, citas tardías, horas perdidas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87168" y="1325880"/>
            <a:ext cx="1993392" cy="150876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87168" y="141732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💊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87168" y="192024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Medicamentos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Desabasto, receta, entrega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54296" y="1325880"/>
            <a:ext cx="1993392" cy="150876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54296" y="141732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54296" y="192024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médica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27448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Calidad, trato, diagnóstico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21424" y="1325880"/>
            <a:ext cx="1993392" cy="150876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21424" y="141732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21424" y="192024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Trámites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94576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Burocracia, formularios, requisitos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017520"/>
            <a:ext cx="1993392" cy="150876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" y="310896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20040" y="361188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/ pago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de bolsillo, sector privado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87168" y="3017520"/>
            <a:ext cx="1993392" cy="150876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487168" y="310896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🚫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487168" y="361188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60320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Negación de servicio o medicamento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54296" y="3017520"/>
            <a:ext cx="1993392" cy="150876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54296" y="310896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📍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4654296" y="361188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27448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Instalaciones, equipo, sistema caído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21424" y="3017520"/>
            <a:ext cx="1993392" cy="150876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21424" y="310896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😰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821424" y="361188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emocional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94576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Estrés, angustia, desesperanza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Entrada, Salida y Uso del Programa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3931920" cy="192024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Entrada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dataset_limpio_YYYYMMDD_HHMMSS.json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del limpiador. Contiene registros con campos semánticos ya clasificados y texto normalizado.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5196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892040" y="868680"/>
            <a:ext cx="3931920" cy="1920240"/>
          </a:xfrm>
          <a:prstGeom prst="rect">
            <a:avLst/>
          </a:prstGeom>
          <a:solidFill>
            <a:srgbClr val="162E44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Salida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389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dataset_enriquecido_YYYYMMDD_HHMMSS.json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1737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corpus + 4 grupos de campos nuevos: IFB, polaridad, nivel de impacto y fechas ISO.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971800"/>
            <a:ext cx="8503920" cy="777240"/>
          </a:xfrm>
          <a:prstGeom prst="rect">
            <a:avLst/>
          </a:prstGeom>
          <a:solidFill>
            <a:srgbClr val="1028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enriquecer_dataset_v3.py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0040" y="3931920"/>
            <a:ext cx="2651760" cy="100584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97764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959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del archivo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43159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los JSON disponibles y pide elegir el número del archivo a procesar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27832" y="3931920"/>
            <a:ext cx="2651760" cy="100584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19272" y="397764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76472" y="3959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salida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9272" y="43159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Sugiere un nombre con timestamp o acepta el que el usuario escriba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35624" y="3931920"/>
            <a:ext cx="2651760" cy="100584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27064" y="397764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27064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84264" y="3959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en consola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27064" y="43159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terminar, muestra distribuciones visuales de IFB, polaridad, impacto y contextos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sirve el dataset enriquecido?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123444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24712" y="960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Clasificadores supervisados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24712" y="132588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campos relevancia, ifb_nivel e impacto_escala sirven directamente como etiquetas para entrenar modelos de ML.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868680"/>
            <a:ext cx="4160520" cy="123444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605272" y="960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de tiempo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05272" y="132588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campo anio_mes_comentario permite graficar la evolución de quejas ciudadanas mes a mes.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258568"/>
            <a:ext cx="4160520" cy="123444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487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🏛️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24712" y="23500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institucional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24712" y="271576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contextos + ifb_score para comparar el nivel de fricción entre IMSS, ISSSTE, Seguro Popular, etc.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258568"/>
            <a:ext cx="4160520" cy="123444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487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🚨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605272" y="23500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Escalada de crisis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05272" y="271576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impacto_escala como eje de gravedad para visualizar cuándo y dónde los problemas llegan a nivel clínico.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648456"/>
            <a:ext cx="4160520" cy="123444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3877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124712" y="37398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sarcasmo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24712" y="410565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comentarios irónicos para evitar errores de etiquetado antes de incluirlos en entrenamientos.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648456"/>
            <a:ext cx="4160520" cy="123444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3877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605272" y="37398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a SPSS / 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05272" y="410565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JSON estructurado puede transformarse en dataframe directamente con pandas para análisis estadístico.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73152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texto crudo en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listos para analizar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7315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889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pasos secuenciales por registro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7315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2461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métricas originales: IFB · Polaridad localizada · Impacto · Sarcasmo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7315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7033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 para el español coloquial mexicano en salud pública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7315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1605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directamente usable en ML, estadística y visualización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22860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6634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enriquecer_dataset_v3.py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Enriquecedor de Dataset — Salud Pública MX</dc:title>
  <dc:subject>PptxGenJS Presentation</dc:subject>
  <dc:creator>PptxGenJS</dc:creator>
  <cp:lastModifiedBy>PptxGenJS</cp:lastModifiedBy>
  <cp:revision>1</cp:revision>
  <dcterms:created xsi:type="dcterms:W3CDTF">2026-04-15T01:24:50Z</dcterms:created>
  <dcterms:modified xsi:type="dcterms:W3CDTF">2026-04-15T01:24:50Z</dcterms:modified>
</cp:coreProperties>
</file>