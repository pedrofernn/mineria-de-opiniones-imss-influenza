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-1097280"/>
            <a:ext cx="5029200" cy="5029200"/>
          </a:xfrm>
          <a:prstGeom prst="ellipse">
            <a:avLst/>
          </a:prstGeom>
          <a:solidFill>
            <a:srgbClr val="1B4F72">
              <a:alpha val="30000"/>
            </a:srgbClr>
          </a:solidFill>
          <a:ln w="12700">
            <a:solidFill>
              <a:srgbClr val="117A8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2560320"/>
            <a:ext cx="3200400" cy="3200400"/>
          </a:xfrm>
          <a:prstGeom prst="ellipse">
            <a:avLst/>
          </a:prstGeom>
          <a:solidFill>
            <a:srgbClr val="117A8B">
              <a:alpha val="20000"/>
            </a:srgbClr>
          </a:solidFill>
          <a:ln w="12700">
            <a:solidFill>
              <a:srgbClr val="1ABC9C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822960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1ABC9C">
              <a:alpha val="85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229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PIPELINE DE LIMPIEZA DE DATOS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Limpiador de</a:t>
            </a:r>
            <a:endParaRPr lang="en-US" sz="4600" dirty="0"/>
          </a:p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Pública MX / Influenza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324612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comentarios de Reddit para análisis de sentimientos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vigilancia epidemiológica social.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956048"/>
            <a:ext cx="8229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</a:rPr>
              <a:t>limpiar_dataset.py   ·   Python 3.10+   ·   ijson + emoji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HACE EL PROGRAMA?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286000" cy="141732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22860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crudo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(JSON del scraper)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ruido, emojis,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 y spam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188720"/>
            <a:ext cx="2286000" cy="141732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234440"/>
            <a:ext cx="22860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Limpiador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(este script)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pasos secuenciales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depuración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0" y="1188720"/>
            <a:ext cx="2286000" cy="14173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234440"/>
            <a:ext cx="22860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limpio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(JSON estructurado)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NLP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análisis de sentimientos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34640" y="1837944"/>
            <a:ext cx="502920" cy="7315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7465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4F72"/>
                </a:solidFill>
              </a:rPr>
              <a:t>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0" y="1837944"/>
            <a:ext cx="502920" cy="7315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7465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4F72"/>
                </a:solidFill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34640"/>
            <a:ext cx="54864" cy="804672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712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Limpieza textual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1363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HTML, URLs, Markdown.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 signos y negaciones.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8346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834640"/>
            <a:ext cx="54864" cy="804672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8712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Filtro de relevancia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31363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OR + AND con ~160 términos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especializados en salud pública.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79476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94760"/>
            <a:ext cx="54864" cy="804672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8313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Etiquetado semántico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40965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categorías de contexto por cada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(desabasto, espera, etc.).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79476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794760"/>
            <a:ext cx="54864" cy="804672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8313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Escritura en streaming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40965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 archivos grandes sin agotar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memoria RAM disponible.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PIPELINE: 11 PASOS SECUENCIALES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384048" cy="38404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0424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JSON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" y="1417320"/>
            <a:ext cx="54864" cy="256032"/>
          </a:xfrm>
          <a:prstGeom prst="rect">
            <a:avLst/>
          </a:prstGeom>
          <a:solidFill>
            <a:srgbClr val="3D6680"/>
          </a:solidFill>
          <a:ln w="12700">
            <a:solidFill>
              <a:srgbClr val="3D66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09344"/>
            <a:ext cx="384048" cy="38404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6276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vacíos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" y="2002536"/>
            <a:ext cx="54864" cy="256032"/>
          </a:xfrm>
          <a:prstGeom prst="rect">
            <a:avLst/>
          </a:prstGeom>
          <a:solidFill>
            <a:srgbClr val="3D6680"/>
          </a:solidFill>
          <a:ln w="12700">
            <a:solidFill>
              <a:srgbClr val="3D66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94560"/>
            <a:ext cx="384048" cy="38404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2128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bots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0352" y="2587752"/>
            <a:ext cx="54864" cy="256032"/>
          </a:xfrm>
          <a:prstGeom prst="rect">
            <a:avLst/>
          </a:prstGeom>
          <a:solidFill>
            <a:srgbClr val="3D6680"/>
          </a:solidFill>
          <a:ln w="12700">
            <a:solidFill>
              <a:srgbClr val="3D66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779776"/>
            <a:ext cx="384048" cy="384048"/>
          </a:xfrm>
          <a:prstGeom prst="ellipse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7980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Emojis → texto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0352" y="3172968"/>
            <a:ext cx="54864" cy="256032"/>
          </a:xfrm>
          <a:prstGeom prst="rect">
            <a:avLst/>
          </a:prstGeom>
          <a:solidFill>
            <a:srgbClr val="3D6680"/>
          </a:solidFill>
          <a:ln w="12700">
            <a:solidFill>
              <a:srgbClr val="3D66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64992"/>
            <a:ext cx="384048" cy="384048"/>
          </a:xfrm>
          <a:prstGeom prst="ellipse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383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jerga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0352" y="3758184"/>
            <a:ext cx="54864" cy="256032"/>
          </a:xfrm>
          <a:prstGeom prst="rect">
            <a:avLst/>
          </a:prstGeom>
          <a:solidFill>
            <a:srgbClr val="3D6680"/>
          </a:solidFill>
          <a:ln w="12700">
            <a:solidFill>
              <a:srgbClr val="3D66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50208"/>
            <a:ext cx="384048" cy="384048"/>
          </a:xfrm>
          <a:prstGeom prst="ellipse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39684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 texto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1024128"/>
            <a:ext cx="384048" cy="38404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10424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longitud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19472" y="1417320"/>
            <a:ext cx="54864" cy="256032"/>
          </a:xfrm>
          <a:prstGeom prst="rect">
            <a:avLst/>
          </a:prstGeom>
          <a:solidFill>
            <a:srgbClr val="3D6680"/>
          </a:solidFill>
          <a:ln w="12700">
            <a:solidFill>
              <a:srgbClr val="3D6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1609344"/>
            <a:ext cx="384048" cy="38404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16276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score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919472" y="2002536"/>
            <a:ext cx="54864" cy="256032"/>
          </a:xfrm>
          <a:prstGeom prst="rect">
            <a:avLst/>
          </a:prstGeom>
          <a:solidFill>
            <a:srgbClr val="3D6680"/>
          </a:solidFill>
          <a:ln w="12700">
            <a:solidFill>
              <a:srgbClr val="3D6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194560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57800" y="22128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Relevancia OR+AND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919472" y="2587752"/>
            <a:ext cx="54864" cy="256032"/>
          </a:xfrm>
          <a:prstGeom prst="rect">
            <a:avLst/>
          </a:prstGeom>
          <a:solidFill>
            <a:srgbClr val="3D6680"/>
          </a:solidFill>
          <a:ln w="12700">
            <a:solidFill>
              <a:srgbClr val="3D6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2779776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57800" y="27980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Deduplicación MD5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919472" y="3172968"/>
            <a:ext cx="54864" cy="256032"/>
          </a:xfrm>
          <a:prstGeom prst="rect">
            <a:avLst/>
          </a:prstGeom>
          <a:solidFill>
            <a:srgbClr val="3D6680"/>
          </a:solidFill>
          <a:ln w="12700">
            <a:solidFill>
              <a:srgbClr val="3D66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3364992"/>
            <a:ext cx="384048" cy="38404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11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57800" y="3383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resultado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65760" y="4663440"/>
            <a:ext cx="164592" cy="1645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5216" y="46542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AF8"/>
                </a:solidFill>
              </a:rPr>
              <a:t>Carga y calidad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057400" y="4663440"/>
            <a:ext cx="164592" cy="164592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76856" y="46542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AF8"/>
                </a:solidFill>
              </a:rPr>
              <a:t>Normalización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749040" y="4663440"/>
            <a:ext cx="164592" cy="16459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68496" y="46542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AF8"/>
                </a:solidFill>
              </a:rPr>
              <a:t>Filtros de contenido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440680" y="4663440"/>
            <a:ext cx="164592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60136" y="46542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AF8"/>
                </a:solidFill>
              </a:rPr>
              <a:t>Relevancia y dedup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132320" y="4663440"/>
            <a:ext cx="164592" cy="16459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51776" y="46542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AF8"/>
                </a:solidFill>
              </a:rPr>
              <a:t>Salida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1 — CARGA DE DATOS EN STREAMING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streaming?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datasets de influenza pueden superar los 200 MB.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todo en RAM con json.load() puede agotar la memoria.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script usa ijson para leer registro por registro.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archivos &lt; 50 MB se usa la biblioteca estándar.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46320" y="1051560"/>
            <a:ext cx="3840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0" y="123444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¿Archivo &gt; 50 MB?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16916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4F72"/>
                </a:solidFill>
              </a:rPr>
              <a:t>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74920" y="2057400"/>
            <a:ext cx="146304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205740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SÍ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ijson streaming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49440" y="2057400"/>
            <a:ext cx="1508760" cy="45720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2057400"/>
            <a:ext cx="1508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NO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json estándar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8368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4F72"/>
                </a:solidFill>
              </a:rPr>
              <a:t>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94960" y="2880360"/>
            <a:ext cx="2743200" cy="4572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2880360"/>
            <a:ext cx="2743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Registros listos para procesar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74920" y="3520440"/>
            <a:ext cx="3383280" cy="685800"/>
          </a:xfrm>
          <a:prstGeom prst="rect">
            <a:avLst/>
          </a:prstGeom>
          <a:solidFill>
            <a:srgbClr val="EAF6FF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35478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Detecta automáticamente la estructura del 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(array crudo, wrapper 'datos', wrapper 'registros', etc.)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7490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Si ijson no está instalado, el script lo instala automáticamente antes de continuar.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956048"/>
            <a:ext cx="8229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AF8"/>
                </a:solidFill>
              </a:rPr>
              <a:t>Umbral configurable: UMBRAL_STREAMING_MB = 50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FILTROS DE CALIDAD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4864" cy="150876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61288"/>
            <a:ext cx="411480" cy="411480"/>
          </a:xfrm>
          <a:prstGeom prst="ellipse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61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1612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vacíos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1848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descartan registros que no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tengan comentario o cuyo texto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esté vacío o sea nulo.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54864" cy="150876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161288"/>
            <a:ext cx="411480" cy="411480"/>
          </a:xfrm>
          <a:prstGeom prst="ellipse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161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13248" y="11612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y cuentas eliminadas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61848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8 autores conocidos: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de Reddit y cuentas como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[deleted] o [removed].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43200"/>
            <a:ext cx="54864" cy="1508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852928"/>
            <a:ext cx="411480" cy="41148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52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28529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 mínima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331012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comentario limpio debe tener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30 caracteres.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frases sin contenido.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274320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743200"/>
            <a:ext cx="54864" cy="1508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2852928"/>
            <a:ext cx="411480" cy="41148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852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13248" y="28529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mínimo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331012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requiere un score ≥ −5.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comentarios ampliamente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rechazados por la comunidad.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17720"/>
            <a:ext cx="8229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AF8"/>
                </a:solidFill>
              </a:rPr>
              <a:t>Tasa de retención típica: 35–45% del dataset crudo   ·   Una retención menor sugiere parámetros demasiado restrictivos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NORMALIZACIÓN: PASOS 4 Y 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840480"/>
          </a:xfrm>
          <a:prstGeom prst="rect">
            <a:avLst/>
          </a:prstGeom>
          <a:solidFill>
            <a:srgbClr val="0F2840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— Emojis a texto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emojis permanecen como Unicode si no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convierten. Los modelos NLP entrenados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español no los reconocen como señales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emocionales.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359152"/>
            <a:ext cx="64008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591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3774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BC9C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737360" y="2359152"/>
            <a:ext cx="2377440" cy="384048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2359152"/>
            <a:ext cx="23774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:cara_enojada: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62072"/>
            <a:ext cx="64008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6207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8803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BC9C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737360" y="2862072"/>
            <a:ext cx="2377440" cy="384048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2862072"/>
            <a:ext cx="23774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:hospital: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364992"/>
            <a:ext cx="64008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649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3383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BC9C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737360" y="3364992"/>
            <a:ext cx="2377440" cy="384048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3364992"/>
            <a:ext cx="23774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:cara_resoplando: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867912"/>
            <a:ext cx="64008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679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💊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38862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BC9C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737360" y="3867912"/>
            <a:ext cx="2377440" cy="384048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37360" y="3867912"/>
            <a:ext cx="23774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:píldora: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1005840"/>
            <a:ext cx="3931920" cy="3840480"/>
          </a:xfrm>
          <a:prstGeom prst="rect">
            <a:avLst/>
          </a:prstGeom>
          <a:solidFill>
            <a:srgbClr val="0F2840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0789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— Normalización de jerga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15087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mexicano usa abreviaturas y énfasis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los filtros léxicos no reconocen.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normalización expande variantes antes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clasificar (texto original se conserva).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83480" y="2359152"/>
            <a:ext cx="1371600" cy="384048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359152"/>
            <a:ext cx="1371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pesimooooo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46520" y="23774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39DDB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949440" y="2359152"/>
            <a:ext cx="164592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2359152"/>
            <a:ext cx="1645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pesimo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83480" y="2862072"/>
            <a:ext cx="1371600" cy="384048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2862072"/>
            <a:ext cx="1371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k no había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46520" y="28803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39DDB"/>
                </a:solidFill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949440" y="2862072"/>
            <a:ext cx="164592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0" y="2862072"/>
            <a:ext cx="1645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que no había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983480" y="3364992"/>
            <a:ext cx="1371600" cy="384048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3364992"/>
            <a:ext cx="1371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xq no hay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46520" y="3383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39DDB"/>
                </a:solidFill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949440" y="3364992"/>
            <a:ext cx="164592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0" y="3364992"/>
            <a:ext cx="1645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porque no hay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983480" y="3867912"/>
            <a:ext cx="1371600" cy="384048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3480" y="3867912"/>
            <a:ext cx="1371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pa qué sirve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446520" y="38862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39DDB"/>
                </a:solidFill>
              </a:rPr>
              <a:t>→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949440" y="3867912"/>
            <a:ext cx="164592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49440" y="3867912"/>
            <a:ext cx="1645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para qué sirve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9 — FILTRO DE RELEVANCIA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840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4864" cy="1920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97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OR — Primera criba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5087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términos generales de salud.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texto no contiene ninguno → descartado.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Actúa como red amplia de entrada al pipeline.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0352" y="22402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"influenza", "imss", "hospital", "tamiflu"…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3840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51560"/>
            <a:ext cx="54864" cy="19202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097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AND — Relevancia alta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10912" y="15087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Necesita: sustantivo de salud + indicador de queja.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cumple ambos → relevancia 'media'.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cumple → relevancia 'alta'.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10912" y="22402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"IMSS" + "tardaron" / "no había"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1089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CATEGORÍAS SEMÁNTICAS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265176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52044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tiempo_espera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46120" y="3520440"/>
            <a:ext cx="265176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352044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desabasto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3520440"/>
            <a:ext cx="265176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9632" y="352044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mala_atencion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977640"/>
            <a:ext cx="265176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97764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costo_bolsillo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46120" y="3977640"/>
            <a:ext cx="265176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9272" y="397764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infraestructura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3977640"/>
            <a:ext cx="265176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397764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corrupcion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434840"/>
            <a:ext cx="265176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43484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recorte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46120" y="4434840"/>
            <a:ext cx="265176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9272" y="443484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prevencion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26480" y="4434840"/>
            <a:ext cx="265176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443484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recuperacion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PASOS 10–11 — DEDUPLICACIÓN Y SALIDA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2011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10 — Deduplicación por hash MD5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scraper puede haber recolectado el mismo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más de una vez desde queries distintas.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calcula el hash MD5 del comentario normalizado.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ya existe en el set → se descarta.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original (no normalizado) es el que se guarda.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931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05840"/>
            <a:ext cx="54864" cy="20116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051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11 — Escritura en streaming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83480" y="150876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registro aprobado se escribe al disco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inmediatamente, sin acumularse en memoria.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abrir() → escribir() × N → cerrar()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cerrar, se actualiza la sección de metadatos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los conteos finales reales.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1546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ARCHIVO DE SALIDA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547872"/>
            <a:ext cx="8412480" cy="1417320"/>
          </a:xfrm>
          <a:prstGeom prst="rect">
            <a:avLst/>
          </a:prstGeom>
          <a:solidFill>
            <a:srgbClr val="1A2530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93592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"meta_limpieza": { "total_entrada": 5420, "total_salida": 2187, "categorias": { "desabasto": 410, ... }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"datos": [ { "comentario_raw": "...", "comentario": "...", "comentario_norm": "...",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"relevancia": "alta", "palabras_clave_activas": { ... } }, ... ] }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CADA REGISTRO: TRAZABILIDAD TOTAL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solidFill>
            <a:srgbClr val="0F2840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Comentario original en Reddit: "Me tardaron 4 horaaaas y al final k no había tamiflu 😡"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8412480" cy="777240"/>
          </a:xfrm>
          <a:prstGeom prst="rect">
            <a:avLst/>
          </a:prstGeom>
          <a:solidFill>
            <a:srgbClr val="0A1929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64208"/>
            <a:ext cx="54864" cy="77724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719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— Texto original intacto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" y="20025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 tardaron 4 horaaaas y al final k no había tamiflu 😡"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60520" y="1719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preserva sin ninguna modificación para reproducibilidad y auditoría del corpus.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532888"/>
            <a:ext cx="8412480" cy="777240"/>
          </a:xfrm>
          <a:prstGeom prst="rect">
            <a:avLst/>
          </a:prstGeom>
          <a:solidFill>
            <a:srgbClr val="0A1929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532888"/>
            <a:ext cx="54864" cy="77724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587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LIMPIO — Para lectura humana / NLP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0352" y="287121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 tardaron 4 horaaaas y al final k no había tamiflu :cara_enojada:"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60520" y="2587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Emojis convertidos. HTML, URLs y Markdown eliminados. Signos de puntuación y negaciones preservados.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401568"/>
            <a:ext cx="8412480" cy="777240"/>
          </a:xfrm>
          <a:prstGeom prst="rect">
            <a:avLst/>
          </a:prstGeom>
          <a:solidFill>
            <a:srgbClr val="0A1929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401568"/>
            <a:ext cx="54864" cy="7772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456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 — Para clasificación interna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0352" y="3739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 tardaron 4 horas y al final que no había tamiflu cara enojada"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60520" y="3456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Jerga colapsada, abreviaturas expandidas. Usado internamente para los filtros OR/AND. No se usa en análisis final.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315968"/>
            <a:ext cx="8412480" cy="685800"/>
          </a:xfrm>
          <a:prstGeom prst="rect">
            <a:avLst/>
          </a:prstGeom>
          <a:solidFill>
            <a:srgbClr val="0A1929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palabras_clave_activas: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636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"sustantivos_activos": ["imss","tamiflu"], "indicadores_activos": ["tardaron","no había"], "categorias_activas": ["tiempo_espera","desabasto"] }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457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resumen: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097280"/>
            <a:ext cx="384048" cy="38404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1155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un JSON crudo del scraper con ruido, emojis y duplicados.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719072"/>
            <a:ext cx="384048" cy="38404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7373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11 pasos en orden estricto para depurar y estructurar el corpus.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2340864"/>
            <a:ext cx="384048" cy="38404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3591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emojis y normaliza jerga mexicana para mejorar la clasificación.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2962656"/>
            <a:ext cx="384048" cy="38404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98094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por longitud, score y relevancia temática con ~160 términos especializados.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3584448"/>
            <a:ext cx="384048" cy="38404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60273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duplicados por hash MD5 y guarda en streaming sin saturar la RAM.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4206240"/>
            <a:ext cx="384048" cy="38404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42245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un JSON estructurado con 3 versiones del texto y etiquetado semántico.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956048"/>
            <a:ext cx="8229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</a:rPr>
              <a:t>El corpus resultante es directamente consumible por transformers, spaCy, NLTK y pipelines NLP en Python.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Limpiador de Dataset — Salud Pública MX</dc:title>
  <dc:subject>PptxGenJS Presentation</dc:subject>
  <dc:creator>PptxGenJS</dc:creator>
  <cp:lastModifiedBy>PptxGenJS</cp:lastModifiedBy>
  <cp:revision>1</cp:revision>
  <dcterms:created xsi:type="dcterms:W3CDTF">2026-04-15T01:17:07Z</dcterms:created>
  <dcterms:modified xsi:type="dcterms:W3CDTF">2026-04-15T01:17:07Z</dcterms:modified>
</cp:coreProperties>
</file>